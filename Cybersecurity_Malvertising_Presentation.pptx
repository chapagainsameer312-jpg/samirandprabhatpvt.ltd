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D4FF"/>
                </a:solidFill>
              </a:rPr>
              <a:t>Fake Advertisements &amp; Malvertising Attacks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FFFFFF"/>
                </a:solidFill>
              </a:rPr>
              <a:t>Cybersecurity Threats, Attack Infrastructure, Detection &amp; Prevention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D4FF"/>
                </a:solidFill>
              </a:rPr>
              <a:t>What is Malvertising?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FFFFFF"/>
                </a:solidFill>
              </a:rPr>
              <a:t>Malvertising uses online ads to spread malware, phishing pages, and scams.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D4FF"/>
                </a:solidFill>
              </a:rPr>
              <a:t>Phishing Advertisements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FFFFFF"/>
                </a:solidFill>
              </a:rPr>
              <a:t>Attackers create fake ads impersonating trusted brands and services.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D4FF"/>
                </a:solidFill>
              </a:rPr>
              <a:t>Malware Delivery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FFFFFF"/>
                </a:solidFill>
              </a:rPr>
              <a:t>Users click ads → redirect → exploit kits or malware download.</a:t>
            </a:r>
          </a:p>
        </p:txBody>
      </p:sp>
      <p:pic>
        <p:nvPicPr>
          <p:cNvPr id="4" name="Picture 3" descr="malvertising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9144000" cy="32004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D4FF"/>
                </a:solidFill>
              </a:rPr>
              <a:t>Social Engineering Techniques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FFFFFF"/>
                </a:solidFill>
              </a:rPr>
              <a:t>Fear, urgency, rewards, and fake updates manipulate victims.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D4FF"/>
                </a:solidFill>
              </a:rPr>
              <a:t>Technical Attack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FFFFFF"/>
                </a:solidFill>
              </a:rPr>
              <a:t>Ad networks, redirectors, tracking scripts, exploit kits, and payload servers.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D4FF"/>
                </a:solidFill>
              </a:rPr>
              <a:t>Common Malware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FFFFFF"/>
                </a:solidFill>
              </a:rPr>
              <a:t>Ransomware, spyware, banking trojans, credential stealers, and cryptominers.</a:t>
            </a:r>
          </a:p>
        </p:txBody>
      </p:sp>
      <p:pic>
        <p:nvPicPr>
          <p:cNvPr id="4" name="Picture 3" descr="malware_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286000"/>
            <a:ext cx="6400800" cy="42672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D4FF"/>
                </a:solidFill>
              </a:rPr>
              <a:t>Detection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FFFFFF"/>
                </a:solidFill>
              </a:rPr>
              <a:t>Traffic analysis, endpoint protection, sandboxing, browser monitoring, and SIEM.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D4FF"/>
                </a:solidFill>
              </a:rPr>
              <a:t>Prevention Strategies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FFFFFF"/>
                </a:solidFill>
              </a:rPr>
              <a:t>Ad blockers, MFA, awareness training, secure browsers, and network filtering.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D4FF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FFFFFF"/>
                </a:solidFill>
              </a:rPr>
              <a:t>Cyber awareness and layered defenses reduce malvertising risks.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